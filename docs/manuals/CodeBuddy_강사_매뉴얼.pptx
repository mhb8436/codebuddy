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8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CodeBuddy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AI 프로그래밍 튜터</a:t>
            </a:r>
            <a:br/>
            <a:r>
              <a:t>강사 매뉴얼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2937"/>
                </a:solidFill>
              </a:defRPr>
            </a:pPr>
            <a:r>
              <a:t>목차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1. 강사 기능 개요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2. 관리자 접속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3. 반 생성 및 관리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4. 학생 초대 (초대코드)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5. 학생 진도 확인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6. FAQ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36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1. 강사 기능 개요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2937"/>
                </a:solidFill>
              </a:defRPr>
            </a:pPr>
            <a:r>
              <a:t>강사가 할 수 있는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반(Class) 생성 및 관리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학생 초대코드 발급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학생 목록 및 진도 확인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커리큘럼 설정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AI 모델 설정 (선택)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36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2. 관리자 접속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관리자 대시보드</a:t>
            </a:r>
          </a:p>
        </p:txBody>
      </p:sp>
      <p:pic>
        <p:nvPicPr>
          <p:cNvPr id="3" name="Picture 2" descr="admin_0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5143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F2937"/>
                </a:solidFill>
              </a:defRPr>
            </a:pPr>
            <a:r>
              <a:t>상단 '관리자' 메뉴를 클릭하여 접속합니다.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36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3. 반 생성 및 관리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반 관리 화면</a:t>
            </a:r>
          </a:p>
        </p:txBody>
      </p:sp>
      <p:pic>
        <p:nvPicPr>
          <p:cNvPr id="3" name="Picture 2" descr="admin_02_cl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5143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F2937"/>
                </a:solidFill>
              </a:defRPr>
            </a:pPr>
            <a:r>
              <a:t>새 반을 생성하고 초대코드를 확인합니다.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2937"/>
                </a:solidFill>
              </a:defRPr>
            </a:pPr>
            <a:r>
              <a:t>반 생성 방법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1. '반 관리' 메뉴 클릭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2. '새 반 만들기' 버튼 클릭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3. 반 이름 입력 (예: '웹개발 심화반')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4. 최대 인원 설정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5. 생성 완료 후 초대코드 확인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36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4. 학생 초대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2937"/>
                </a:solidFill>
              </a:defRPr>
            </a:pPr>
            <a:r>
              <a:t>초대코드 안내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반 생성 시 6자리 초대코드 자동 생성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예: K7X2P9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학생에게 오프라인으로 전달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학생은 회원가입 시 초대코드 입력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코드 노출 시 '코드 재생성' 가능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36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5. 진도 확인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2937"/>
                </a:solidFill>
              </a:defRPr>
            </a:pPr>
            <a:r>
              <a:t>학생 진도 확인 방법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반 상세 페이지에서 학생 목록 확인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각 학생의 학습 진행률 표시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완료한 토픽 / 전체 토픽 비율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연습문제 정답률 확인 가능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36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6. FAQ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2937"/>
                </a:solidFill>
              </a:defRPr>
            </a:pPr>
            <a:r>
              <a:t>자주 묻는 질문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1F2937"/>
                </a:solidFill>
              </a:defRPr>
            </a:pPr>
            <a:r>
              <a:t>Q: 초대코드가 노출되었어요</a:t>
            </a:r>
          </a:p>
          <a:p>
            <a:pPr>
              <a:spcAft>
                <a:spcPts val="1200"/>
              </a:spcAft>
              <a:defRPr b="0" sz="2000">
                <a:solidFill>
                  <a:srgbClr val="1F2937"/>
                </a:solidFill>
              </a:defRPr>
            </a:pPr>
            <a:r>
              <a:t>A: 반 관리 &gt; 코드 재생성 클릭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</a:p>
          <a:p>
            <a:pPr>
              <a:spcAft>
                <a:spcPts val="1200"/>
              </a:spcAft>
              <a:defRPr b="1" sz="2000">
                <a:solidFill>
                  <a:srgbClr val="1F2937"/>
                </a:solidFill>
              </a:defRPr>
            </a:pPr>
            <a:r>
              <a:t>Q: 학생이 다른 반으로 이동해야 해요</a:t>
            </a:r>
          </a:p>
          <a:p>
            <a:pPr>
              <a:spcAft>
                <a:spcPts val="1200"/>
              </a:spcAft>
              <a:defRPr b="0" sz="2000">
                <a:solidFill>
                  <a:srgbClr val="1F2937"/>
                </a:solidFill>
              </a:defRPr>
            </a:pPr>
            <a:r>
              <a:t>A: 현재는 직접 DB 수정 필요 (추후 기능 추가 예정)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</a:p>
          <a:p>
            <a:pPr>
              <a:spcAft>
                <a:spcPts val="1200"/>
              </a:spcAft>
              <a:defRPr b="1" sz="2000">
                <a:solidFill>
                  <a:srgbClr val="1F2937"/>
                </a:solidFill>
              </a:defRPr>
            </a:pPr>
            <a:r>
              <a:t>Q: AI 모델을 변경하고 싶어요</a:t>
            </a:r>
          </a:p>
          <a:p>
            <a:pPr>
              <a:spcAft>
                <a:spcPts val="1200"/>
              </a:spcAft>
              <a:defRPr b="0" sz="2000">
                <a:solidFill>
                  <a:srgbClr val="1F2937"/>
                </a:solidFill>
              </a:defRPr>
            </a:pPr>
            <a:r>
              <a:t>A: 관리자 &gt; 모델 설정에서 수준별 모델 변경 가능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