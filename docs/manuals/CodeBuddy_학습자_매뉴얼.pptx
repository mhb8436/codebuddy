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CodeBuddy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 프로그래밍 튜터</a:t>
            </a:r>
            <a:br/>
            <a:r>
              <a:t>학습자 매뉴얼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1. CodeBuddy 소개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2. 회원가입 및 로그인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3. 커리큘럼 선택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4. 개념 학습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5. AI 튜터와 대화하기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6. 연습문제 풀기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7. 시험 보기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8. 코드 실행하기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CodeBuddy 소개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CodeBuddy란?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AI 기반 프로그래밍 학습 플랫폼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JavaScript, TypeScript, Python 학습 지원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수준별 맞춤 학습 (입문/기초/중급)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AI 튜터와 1:1 대화형 학습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실시간 코드 실행 및 피드백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회원가입 및 로그인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로그인 화면</a:t>
            </a:r>
          </a:p>
        </p:txBody>
      </p:sp>
      <p:pic>
        <p:nvPicPr>
          <p:cNvPr id="3" name="Picture 2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이메일과 비밀번호로 로그인합니다.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회원가입 화면</a:t>
            </a:r>
          </a:p>
        </p:txBody>
      </p:sp>
      <p:pic>
        <p:nvPicPr>
          <p:cNvPr id="3" name="Picture 2" descr="02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강사에게 받은 초대코드를 입력하여 가입합니다.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커리큘럼 선택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학습 트랙 선택</a:t>
            </a:r>
          </a:p>
        </p:txBody>
      </p:sp>
      <p:pic>
        <p:nvPicPr>
          <p:cNvPr id="3" name="Picture 2" descr="04_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언어와 수준에 맞는 학습 트랙을 선택합니다.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개념 학습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개념 학습 화면</a:t>
            </a:r>
          </a:p>
        </p:txBody>
      </p:sp>
      <p:pic>
        <p:nvPicPr>
          <p:cNvPr id="3" name="Picture 2" descr="05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각 토픽의 핵심 개념과 예제 코드를 학습합니다.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AI 튜터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AI 튜터와 대화하기</a:t>
            </a:r>
          </a:p>
        </p:txBody>
      </p:sp>
      <p:pic>
        <p:nvPicPr>
          <p:cNvPr id="3" name="Picture 2" descr="06_ai_tu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궁금한 점을 AI에게 질문하세요.</a:t>
            </a:r>
            <a:br/>
            <a:r>
              <a:t>코드 에디터의 코드를 참조하여 설명해줍니다.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AI 튜터 활용 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"이 코드 설명해줘" - 에디터 코드 설명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"for문이 뭐야?" - 개념 질문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"이 코드 개선해줘" - 코드 리뷰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"에러가 나는데 왜 그래?" - 디버깅 도움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연습문제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연습문제 풀기</a:t>
            </a:r>
          </a:p>
        </p:txBody>
      </p:sp>
      <p:pic>
        <p:nvPicPr>
          <p:cNvPr id="3" name="Picture 2" descr="07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AI가 생성한 맞춤형 연습문제를 풀어봅니다.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7. 시험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시험 보기</a:t>
            </a:r>
          </a:p>
        </p:txBody>
      </p:sp>
      <p:pic>
        <p:nvPicPr>
          <p:cNvPr id="3" name="Picture 2" descr="08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F2937"/>
                </a:solidFill>
              </a:defRPr>
            </a:pPr>
            <a:r>
              <a:t>학습한 내용을 시험으로 점검합니다.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학습 완료!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개념 학습 -&gt; AI 튜터 질문 -&gt; 연습문제 -&gt; 시험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막히는 부분은 언제든 AI에게 질문하세요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코드를 직접 실행하며 익히는 것이 중요합니다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Happy Coding!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